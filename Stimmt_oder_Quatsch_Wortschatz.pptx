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72a44302454230" /><Relationship Type="http://schemas.openxmlformats.org/officeDocument/2006/relationships/extended-properties" Target="/docProps/app.xml" Id="Rb52a748f19d94140" /><Relationship Type="http://schemas.openxmlformats.org/officeDocument/2006/relationships/officeDocument" Target="/ppt/presentation.xml" Id="R095e162b7702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c39b1ed544ba5"/>
  </p:sldMasterIdLst>
  <p:notesMasterIdLst>
    <p:notesMasterId xmlns:r="http://schemas.openxmlformats.org/officeDocument/2006/relationships" r:id="R79bc71022bd34ad5"/>
  </p:notesMasterIdLst>
  <p:sldIdLst>
    <p:sldId xmlns:r="http://schemas.openxmlformats.org/officeDocument/2006/relationships" id="256" r:id="Ra469b445b0e04467"/>
    <p:sldId xmlns:r="http://schemas.openxmlformats.org/officeDocument/2006/relationships" id="257" r:id="Rb01dd4b1bd9c443c"/>
    <p:sldId xmlns:r="http://schemas.openxmlformats.org/officeDocument/2006/relationships" id="258" r:id="Rd03f321311cf4655"/>
    <p:sldId xmlns:r="http://schemas.openxmlformats.org/officeDocument/2006/relationships" id="259" r:id="Rfa7e3ef4efee4785"/>
    <p:sldId xmlns:r="http://schemas.openxmlformats.org/officeDocument/2006/relationships" id="260" r:id="R912caeef8d7c45c0"/>
    <p:sldId xmlns:r="http://schemas.openxmlformats.org/officeDocument/2006/relationships" id="261" r:id="R6bf9f52c6bd84f76"/>
    <p:sldId xmlns:r="http://schemas.openxmlformats.org/officeDocument/2006/relationships" id="262" r:id="Re2a1e330d8844f0d"/>
    <p:sldId xmlns:r="http://schemas.openxmlformats.org/officeDocument/2006/relationships" id="263" r:id="R87cb5fd0b164463d"/>
    <p:sldId xmlns:r="http://schemas.openxmlformats.org/officeDocument/2006/relationships" id="264" r:id="Rab9ab1c31c0a405f"/>
    <p:sldId xmlns:r="http://schemas.openxmlformats.org/officeDocument/2006/relationships" id="265" r:id="R99e108aff1ba47fd"/>
    <p:sldId xmlns:r="http://schemas.openxmlformats.org/officeDocument/2006/relationships" id="266" r:id="R86c7a79001f94e5d"/>
    <p:sldId xmlns:r="http://schemas.openxmlformats.org/officeDocument/2006/relationships" id="267" r:id="R3e8a3da4a23f42b8"/>
    <p:sldId xmlns:r="http://schemas.openxmlformats.org/officeDocument/2006/relationships" id="268" r:id="R14a5e3196311491b"/>
    <p:sldId xmlns:r="http://schemas.openxmlformats.org/officeDocument/2006/relationships" id="269" r:id="R3988486c6ec24030"/>
    <p:sldId xmlns:r="http://schemas.openxmlformats.org/officeDocument/2006/relationships" id="270" r:id="R38cb7945f57749e2"/>
    <p:sldId xmlns:r="http://schemas.openxmlformats.org/officeDocument/2006/relationships" id="271" r:id="Rd52073cf3f404e18"/>
    <p:sldId xmlns:r="http://schemas.openxmlformats.org/officeDocument/2006/relationships" id="272" r:id="Rd3846a3694aa457d"/>
    <p:sldId xmlns:r="http://schemas.openxmlformats.org/officeDocument/2006/relationships" id="273" r:id="R5cd74b579fdb4fa4"/>
    <p:sldId xmlns:r="http://schemas.openxmlformats.org/officeDocument/2006/relationships" id="274" r:id="R5bc2a99e29774d95"/>
    <p:sldId xmlns:r="http://schemas.openxmlformats.org/officeDocument/2006/relationships" id="275" r:id="R5a8ce34fa8a64ea2"/>
    <p:sldId xmlns:r="http://schemas.openxmlformats.org/officeDocument/2006/relationships" id="276" r:id="R8afc19150e6d49f1"/>
    <p:sldId xmlns:r="http://schemas.openxmlformats.org/officeDocument/2006/relationships" id="277" r:id="R3707c46f6dde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6dcaed9ed4487" /><Relationship Type="http://schemas.openxmlformats.org/officeDocument/2006/relationships/slideMaster" Target="/ppt/slideMasters/slideMaster1.xml" Id="R2a0c39b1ed544ba5" /><Relationship Type="http://schemas.openxmlformats.org/officeDocument/2006/relationships/notesMaster" Target="/ppt/notesMasters/notesMaster1.xml" Id="R79bc71022bd34ad5" /><Relationship Type="http://schemas.openxmlformats.org/officeDocument/2006/relationships/presProps" Target="/ppt/presProps.xml" Id="R88d811aaf6da4285" /><Relationship Type="http://schemas.openxmlformats.org/officeDocument/2006/relationships/tableStyles" Target="/ppt/tableStyles.xml" Id="Re5c87309014e40c0" /><Relationship Type="http://schemas.openxmlformats.org/officeDocument/2006/relationships/slide" Target="/ppt/slides/slide1.xml" Id="Ra469b445b0e04467" /><Relationship Type="http://schemas.openxmlformats.org/officeDocument/2006/relationships/slide" Target="/ppt/slides/slide2.xml" Id="Rb01dd4b1bd9c443c" /><Relationship Type="http://schemas.openxmlformats.org/officeDocument/2006/relationships/slide" Target="/ppt/slides/slide3.xml" Id="Rd03f321311cf4655" /><Relationship Type="http://schemas.openxmlformats.org/officeDocument/2006/relationships/slide" Target="/ppt/slides/slide4.xml" Id="Rfa7e3ef4efee4785" /><Relationship Type="http://schemas.openxmlformats.org/officeDocument/2006/relationships/slide" Target="/ppt/slides/slide5.xml" Id="R912caeef8d7c45c0" /><Relationship Type="http://schemas.openxmlformats.org/officeDocument/2006/relationships/slide" Target="/ppt/slides/slide6.xml" Id="R6bf9f52c6bd84f76" /><Relationship Type="http://schemas.openxmlformats.org/officeDocument/2006/relationships/slide" Target="/ppt/slides/slide7.xml" Id="Re2a1e330d8844f0d" /><Relationship Type="http://schemas.openxmlformats.org/officeDocument/2006/relationships/slide" Target="/ppt/slides/slide8.xml" Id="R87cb5fd0b164463d" /><Relationship Type="http://schemas.openxmlformats.org/officeDocument/2006/relationships/slide" Target="/ppt/slides/slide9.xml" Id="Rab9ab1c31c0a405f" /><Relationship Type="http://schemas.openxmlformats.org/officeDocument/2006/relationships/slide" Target="/ppt/slides/slide10.xml" Id="R99e108aff1ba47fd" /><Relationship Type="http://schemas.openxmlformats.org/officeDocument/2006/relationships/slide" Target="/ppt/slides/slide11.xml" Id="R86c7a79001f94e5d" /><Relationship Type="http://schemas.openxmlformats.org/officeDocument/2006/relationships/slide" Target="/ppt/slides/slide12.xml" Id="R3e8a3da4a23f42b8" /><Relationship Type="http://schemas.openxmlformats.org/officeDocument/2006/relationships/slide" Target="/ppt/slides/slide13.xml" Id="R14a5e3196311491b" /><Relationship Type="http://schemas.openxmlformats.org/officeDocument/2006/relationships/slide" Target="/ppt/slides/slide14.xml" Id="R3988486c6ec24030" /><Relationship Type="http://schemas.openxmlformats.org/officeDocument/2006/relationships/slide" Target="/ppt/slides/slide15.xml" Id="R38cb7945f57749e2" /><Relationship Type="http://schemas.openxmlformats.org/officeDocument/2006/relationships/slide" Target="/ppt/slides/slide16.xml" Id="Rd52073cf3f404e18" /><Relationship Type="http://schemas.openxmlformats.org/officeDocument/2006/relationships/slide" Target="/ppt/slides/slide17.xml" Id="Rd3846a3694aa457d" /><Relationship Type="http://schemas.openxmlformats.org/officeDocument/2006/relationships/slide" Target="/ppt/slides/slide18.xml" Id="R5cd74b579fdb4fa4" /><Relationship Type="http://schemas.openxmlformats.org/officeDocument/2006/relationships/slide" Target="/ppt/slides/slide19.xml" Id="R5bc2a99e29774d95" /><Relationship Type="http://schemas.openxmlformats.org/officeDocument/2006/relationships/slide" Target="/ppt/slides/slide20.xml" Id="R5a8ce34fa8a64ea2" /><Relationship Type="http://schemas.openxmlformats.org/officeDocument/2006/relationships/slide" Target="/ppt/slides/slide21.xml" Id="R8afc19150e6d49f1" /><Relationship Type="http://schemas.openxmlformats.org/officeDocument/2006/relationships/slide" Target="/ppt/slides/slide22.xml" Id="R3707c46f6dde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2ef78a3976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592213c68d41bc" /><Relationship Type="http://schemas.openxmlformats.org/officeDocument/2006/relationships/notesMaster" Target="/ppt/notesMasters/notesMaster1.xml" Id="R438555976d1844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6f5b0c50b40b8" /><Relationship Type="http://schemas.openxmlformats.org/officeDocument/2006/relationships/notesMaster" Target="/ppt/notesMasters/notesMaster1.xml" Id="Rfca755f0c3434f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d5c068c6914d4d" /><Relationship Type="http://schemas.openxmlformats.org/officeDocument/2006/relationships/notesMaster" Target="/ppt/notesMasters/notesMaster1.xml" Id="R57503f1d4fb54f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dc2d27f79454f" /><Relationship Type="http://schemas.openxmlformats.org/officeDocument/2006/relationships/notesMaster" Target="/ppt/notesMasters/notesMaster1.xml" Id="Rf0e1bf0bd7704f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1a6cba092f4d12" /><Relationship Type="http://schemas.openxmlformats.org/officeDocument/2006/relationships/notesMaster" Target="/ppt/notesMasters/notesMaster1.xml" Id="R02298688b50444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a1c0aaf28b4e41" /><Relationship Type="http://schemas.openxmlformats.org/officeDocument/2006/relationships/notesMaster" Target="/ppt/notesMasters/notesMaster1.xml" Id="R437cf0d538ba4d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fa751290454360" /><Relationship Type="http://schemas.openxmlformats.org/officeDocument/2006/relationships/notesMaster" Target="/ppt/notesMasters/notesMaster1.xml" Id="Rabf54c06ce1847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69ec84547b45f1" /><Relationship Type="http://schemas.openxmlformats.org/officeDocument/2006/relationships/notesMaster" Target="/ppt/notesMasters/notesMaster1.xml" Id="Rfe3ea17c58aa49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22dc4c9e214798" /><Relationship Type="http://schemas.openxmlformats.org/officeDocument/2006/relationships/notesMaster" Target="/ppt/notesMasters/notesMaster1.xml" Id="R0cb020d3322b48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d24c049f894e96" /><Relationship Type="http://schemas.openxmlformats.org/officeDocument/2006/relationships/notesMaster" Target="/ppt/notesMasters/notesMaster1.xml" Id="R577918cdea414e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ba81a5ebdb4c21" /><Relationship Type="http://schemas.openxmlformats.org/officeDocument/2006/relationships/notesMaster" Target="/ppt/notesMasters/notesMaster1.xml" Id="Re491f998829d4b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06daf05dd14634" /><Relationship Type="http://schemas.openxmlformats.org/officeDocument/2006/relationships/notesMaster" Target="/ppt/notesMasters/notesMaster1.xml" Id="R0bca23b85a8742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74c1170ec34907" /><Relationship Type="http://schemas.openxmlformats.org/officeDocument/2006/relationships/notesMaster" Target="/ppt/notesMasters/notesMaster1.xml" Id="Rf9c7f8baab4741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9d6c0b82143a2" /><Relationship Type="http://schemas.openxmlformats.org/officeDocument/2006/relationships/notesMaster" Target="/ppt/notesMasters/notesMaster1.xml" Id="R4fc773a0923e42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842ab8322d4bbd" /><Relationship Type="http://schemas.openxmlformats.org/officeDocument/2006/relationships/notesMaster" Target="/ppt/notesMasters/notesMaster1.xml" Id="R9554de925e6642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a0b13c97024a91" /><Relationship Type="http://schemas.openxmlformats.org/officeDocument/2006/relationships/notesMaster" Target="/ppt/notesMasters/notesMaster1.xml" Id="R44c993e86fb34c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a9018171324ac2" /><Relationship Type="http://schemas.openxmlformats.org/officeDocument/2006/relationships/notesMaster" Target="/ppt/notesMasters/notesMaster1.xml" Id="R5d9855c05e2949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32a831f74c476a" /><Relationship Type="http://schemas.openxmlformats.org/officeDocument/2006/relationships/notesMaster" Target="/ppt/notesMasters/notesMaster1.xml" Id="R858fa6d79d684b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641cb63ca54b66" /><Relationship Type="http://schemas.openxmlformats.org/officeDocument/2006/relationships/notesMaster" Target="/ppt/notesMasters/notesMaster1.xml" Id="Rf2dcae4f14a240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76b161b4944178" /><Relationship Type="http://schemas.openxmlformats.org/officeDocument/2006/relationships/notesMaster" Target="/ppt/notesMasters/notesMaster1.xml" Id="Rf7334577a3ef4e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a93e3ae90e4c5d" /><Relationship Type="http://schemas.openxmlformats.org/officeDocument/2006/relationships/notesMaster" Target="/ppt/notesMasters/notesMaster1.xml" Id="R95b31b6d66e444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698a9e7a474772" /><Relationship Type="http://schemas.openxmlformats.org/officeDocument/2006/relationships/notesMaster" Target="/ppt/notesMasters/notesMaster1.xml" Id="R54692cc5233f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Klasse antwortet gemeinsam auf ein Zeichen. Punkte an der Tafel notieren: Kurs | Lehrkraft. Erst nach der gemeinsamen Entscheidung zur Lösung klicken. Zehn Runden, sieben richtige Aussagen und drei falsche. Bei Unklarheit die Lösung kurz erklären, dann weiterspielen.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5f21dbfd54a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bd4c4100549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b05807c4a48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0fe12fa7641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a5caa7f8d45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a83b5f25f44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8E3717-4A78-47A5-AE86-320A442FF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E65EBA-E40B-4C01-962D-6C7DBEDA7A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257E75-5155-459F-B0AF-3BB59335F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FCF75E-E102-4783-AF26-05CE1B940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01605B-47CF-4C66-934A-CFAE68A97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EC2533-0B9E-455A-8365-6A27AF9B4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4FB378-4B1C-4030-BB45-03E4475129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D3D6D8-6D48-4F3C-95F5-11997CD162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4C2073-A6E2-401E-A37E-A33339585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B6F1EB-0C68-4B62-9297-ACF4F55185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151fb2e784847" /><Relationship Type="http://schemas.openxmlformats.org/officeDocument/2006/relationships/slideLayout" Target="/ppt/slideLayouts/slideLayout1.xml" Id="Re52414886c314b58" /><Relationship Type="http://schemas.openxmlformats.org/officeDocument/2006/relationships/slideLayout" Target="/ppt/slideLayouts/slideLayout2.xml" Id="Rab8a0f6080ac4c3b" /><Relationship Type="http://schemas.openxmlformats.org/officeDocument/2006/relationships/slideLayout" Target="/ppt/slideLayouts/slideLayout3.xml" Id="R1c86e7ba9702449f" /><Relationship Type="http://schemas.openxmlformats.org/officeDocument/2006/relationships/slideLayout" Target="/ppt/slideLayouts/slideLayout4.xml" Id="R3590b53d99ef4ebc" /><Relationship Type="http://schemas.openxmlformats.org/officeDocument/2006/relationships/slideLayout" Target="/ppt/slideLayouts/slideLayout5.xml" Id="R6ca58fea9fa04c8a" /><Relationship Type="http://schemas.openxmlformats.org/officeDocument/2006/relationships/slideLayout" Target="/ppt/slideLayouts/slideLayout6.xml" Id="R37fe9537ea6c47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414886c314b58"/>
    <p:sldLayoutId xmlns:r="http://schemas.openxmlformats.org/officeDocument/2006/relationships" id="2147483650" r:id="Rab8a0f6080ac4c3b"/>
    <p:sldLayoutId xmlns:r="http://schemas.openxmlformats.org/officeDocument/2006/relationships" id="2147483651" r:id="R1c86e7ba9702449f"/>
    <p:sldLayoutId xmlns:r="http://schemas.openxmlformats.org/officeDocument/2006/relationships" id="2147483652" r:id="R3590b53d99ef4ebc"/>
    <p:sldLayoutId xmlns:r="http://schemas.openxmlformats.org/officeDocument/2006/relationships" id="2147483653" r:id="R6ca58fea9fa04c8a"/>
    <p:sldLayoutId xmlns:r="http://schemas.openxmlformats.org/officeDocument/2006/relationships" id="2147483654" r:id="R37fe9537ea6c47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83951cb294ea6" /><Relationship Type="http://schemas.openxmlformats.org/officeDocument/2006/relationships/notesSlide" Target="/ppt/notesSlides/notesSlide1.xml" Id="R0b0a98dca549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fb3fa22fb4a29" /><Relationship Type="http://schemas.openxmlformats.org/officeDocument/2006/relationships/notesSlide" Target="/ppt/notesSlides/notesSlide2.xml" Id="Rd4343693a82a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a1940733640ef" /><Relationship Type="http://schemas.openxmlformats.org/officeDocument/2006/relationships/notesSlide" Target="/ppt/notesSlides/notesSlide3.xml" Id="R7e73f031454b44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8334d4c934cb3" /><Relationship Type="http://schemas.openxmlformats.org/officeDocument/2006/relationships/notesSlide" Target="/ppt/notesSlides/notesSlide4.xml" Id="R14198d7dca7047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1633a071f4835" /><Relationship Type="http://schemas.openxmlformats.org/officeDocument/2006/relationships/notesSlide" Target="/ppt/notesSlides/notesSlide5.xml" Id="R30193535a4a9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bb21d138a467a" /><Relationship Type="http://schemas.openxmlformats.org/officeDocument/2006/relationships/notesSlide" Target="/ppt/notesSlides/notesSlide6.xml" Id="Rfaf23fff1bf242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d0e28bef748d2" /><Relationship Type="http://schemas.openxmlformats.org/officeDocument/2006/relationships/notesSlide" Target="/ppt/notesSlides/notesSlide7.xml" Id="R970f24399ddd4c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31cfd14044de7" /><Relationship Type="http://schemas.openxmlformats.org/officeDocument/2006/relationships/notesSlide" Target="/ppt/notesSlides/notesSlide8.xml" Id="Ra8c2b958dd9c40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7ca81b74b479b" /><Relationship Type="http://schemas.openxmlformats.org/officeDocument/2006/relationships/notesSlide" Target="/ppt/notesSlides/notesSlide9.xml" Id="R704039caea2240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56ad70f5b45cf" /><Relationship Type="http://schemas.openxmlformats.org/officeDocument/2006/relationships/notesSlide" Target="/ppt/notesSlides/notesSlide10.xml" Id="R3448486991d045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37220ed8f4544" /><Relationship Type="http://schemas.openxmlformats.org/officeDocument/2006/relationships/notesSlide" Target="/ppt/notesSlides/notesSlide11.xml" Id="R2284102a5dcb48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6115631764fe8" /><Relationship Type="http://schemas.openxmlformats.org/officeDocument/2006/relationships/notesSlide" Target="/ppt/notesSlides/notesSlide12.xml" Id="R375e4ee4bdbe44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c2aa18ebd4570" /><Relationship Type="http://schemas.openxmlformats.org/officeDocument/2006/relationships/notesSlide" Target="/ppt/notesSlides/notesSlide13.xml" Id="R4a4ede75b7bc41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05141d2754153" /><Relationship Type="http://schemas.openxmlformats.org/officeDocument/2006/relationships/notesSlide" Target="/ppt/notesSlides/notesSlide14.xml" Id="Rd7b11128024543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7e3b219cc42a7" /><Relationship Type="http://schemas.openxmlformats.org/officeDocument/2006/relationships/notesSlide" Target="/ppt/notesSlides/notesSlide15.xml" Id="Rcdfcf015ec0146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33e8bcd574993" /><Relationship Type="http://schemas.openxmlformats.org/officeDocument/2006/relationships/notesSlide" Target="/ppt/notesSlides/notesSlide16.xml" Id="Ra976add4b66946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50447e9964cf6" /><Relationship Type="http://schemas.openxmlformats.org/officeDocument/2006/relationships/notesSlide" Target="/ppt/notesSlides/notesSlide17.xml" Id="R956f839ea07e41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f5ca3341f4310" /><Relationship Type="http://schemas.openxmlformats.org/officeDocument/2006/relationships/notesSlide" Target="/ppt/notesSlides/notesSlide18.xml" Id="R2778f6230bdb4e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6c5334931461f" /><Relationship Type="http://schemas.openxmlformats.org/officeDocument/2006/relationships/notesSlide" Target="/ppt/notesSlides/notesSlide19.xml" Id="Ra010db38a9424b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f2e2cd519403b" /><Relationship Type="http://schemas.openxmlformats.org/officeDocument/2006/relationships/notesSlide" Target="/ppt/notesSlides/notesSlide20.xml" Id="Ra7d047973eaa41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4cc97bd064a06" /><Relationship Type="http://schemas.openxmlformats.org/officeDocument/2006/relationships/notesSlide" Target="/ppt/notesSlides/notesSlide21.xml" Id="Rfa266b2df8ff46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43fd64ace404d" /><Relationship Type="http://schemas.openxmlformats.org/officeDocument/2006/relationships/notesSlide" Target="/ppt/notesSlides/notesSlide22.xml" Id="Rc0fa183d44bb43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E1516-25EE-43DF-863B-7D4674CD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oder Quatsch?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55C62-A586-4951-901F-5DDEA8C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Ihr gegen mich!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AD00E-8DD1-4A38-A6C5-8ED088F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Ruft gemeinsam: „Stimmt!“ oder „Quatsch!“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D7473-E272-45C3-9F07-4155493D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Richtige Antwort: Punkt für euch. Sonst: Punkt für mich.</a:t>
            </a:r>
          </a:p>
        </p:txBody>
      </p:sp>
    </p:spTree>
    <p:extLst>
      <p:ext uri="{BB962C8B-B14F-4D97-AF65-F5344CB8AC3E}">
        <p14:creationId xmlns:p14="http://schemas.microsoft.com/office/powerpoint/2010/main" val="1032855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1DC26-F7AA-44DE-9C3D-A5A427D8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5845F-E38E-453B-B23B-CC7E9C79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das Geschirr spülen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15B8E-6E41-4CB9-8F88-4710FE14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Nach dem Essen mache ich die Teller sauber.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BA10E-5723-4F5C-A190-769FFF28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1383693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EE714-844C-477B-9A2F-BA747584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1 / 10 · das Geschirr spülen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FABD-79E6-4A35-9605-E6B7451B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F0BA7-AD39-4426-BFC9-E542980F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Ich spüle das Geschirr.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70353-CB5A-4041-8A86-9E5545AB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248588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5B045-B425-45B3-AD53-24BC9997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C6A67-D086-40FD-A4F3-EB7063A7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der Bürgermeister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62845-EE53-4300-8AC9-17EF6A67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Er arbeitet für die Stadt.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6D475-FB91-485A-916F-C3F5DA8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1738726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5E542-8EBC-432D-9785-C219C29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2 / 10 · der Bürgermeister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AAC4A-E4C5-426E-B897-086BBDAE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8C58A-D949-4484-82B0-9AD8DAE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Er ist der Chef der Stadtverwaltung.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D4736-D6A5-42EF-B14A-6811D65A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840762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2856C-67A8-404F-8779-C09524C9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DA566-8070-4A90-A29C-B745EDE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die Gesundheit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98D84-3801-45D1-92EA-C6246FB2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Wenig Schlaf und jeden Tag nur Süßigkeiten sind gut für die Gesundheit.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9290-38DB-4A5D-9A82-4CD843A4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109116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D2A15-6B00-4CEB-B8F4-2760E3EB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3 / 10 · die Gesundheit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8461E-EA07-491F-9E0A-D71E3CC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rPr>
              <a:t>QUATSCH!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E99F1-BCED-40B0-B0C3-10138DF0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Schlaf und Bewegung sind gut für die Gesundheit.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E67C0-0188-439E-965A-7B51AF81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2059518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B31E9-999D-41F2-9C20-FCAD9E7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22567-DB7B-439B-88AD-0AC89F8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wiederholen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B6B3E-CCA0-474B-82F7-6CB72D2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Ich lerne die Wörter noch einmal.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D78A3-E638-4E8F-9124-0D4E2F22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2030399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E5F95-D5E6-40E5-BDCB-D64282B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4 / 10 · wiederholen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F3968-5188-4045-B925-3993C450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7A6E4-F120-4553-9E33-D0F2C6CD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Ich wiederhole die Wörter.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529DE-BF3C-46D1-A0F1-7889A3E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0964327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6403C-0D70-4FB1-A317-676B5284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E3EFF-D20A-49A4-ACD0-2E3A261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der Traum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5788A-2652-49DD-8B45-9EC3747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Ich möchte später ein eigenes Geschäft haben.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99D49-4847-4512-9F84-7E7D8582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2392807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DB2B0-0C5F-4641-BBBF-49CA4097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5 / 10 · der Traum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16584-AE98-4153-8BFF-99E08490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CD20B-7216-4640-B35A-5C633370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Ein eigenes Geschäft ist mein Traum.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AF79-258F-4C5C-AFB4-75B84616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5765320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6657A-3CEB-43EC-936D-C50606A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BB6E8-CD60-4A26-AD7B-887200A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ruhig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A8F95-EEC6-4499-894B-87CC8272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Alle schreien. Drei Hunde bellen.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CC1EA-0801-4EF4-81C3-8274716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1080106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88314-03BF-43EF-BEB0-AD16F42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6 / 10 · ruhig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7BD1D-DD1D-424A-B0B5-54B325A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rPr>
              <a:t>QUATSCH!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164DF-5C63-40FE-BFB8-488F13BE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Hier ist es laut.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767C6-AC9E-41F6-8E6E-5DA98A86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3495463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22D9E-5FA4-4952-8C71-38773675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63378-814E-4022-B1F5-0B6D5FF9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benutzen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1F3BE-427C-49C1-82FF-AA3340A0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Mit meinem Handy schreibe ich Nachrichten.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8AB80-5E2D-402D-BB90-D13C98F7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8086784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E93EA-78A5-41E9-A084-B201F95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7 / 10 · benutzen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E312A-D665-469E-AA7C-05D7D865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17C1-6DA2-4B48-9B03-31188E8F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Ich benutze mein Handy.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0AEA-0368-4DAD-A50C-4EF0412E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300474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0B42B-D5C2-4A53-8E07-855BA2B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9701D-1950-43A6-BF24-518F9217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anschließend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178C0-B320-4A41-86E7-C5B21F9C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Zuerst frühstücke ich. Anschließend gehe ich zur Arbeit.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A337D-23CD-4ED7-BF4B-F0B35164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12845555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77C15-86A8-411E-90EA-ABE42A07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8 / 10 · anschließend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7712F-D341-4342-BFF8-4D6CF457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1B2BA-103A-4D4C-A4D0-B82B4018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Ich frühstücke. Danach gehe ich zur Arbeit.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4C38B-D121-407D-BAA6-BA2BFCB7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3769920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42095-51F2-499A-806D-88CEB91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FC60B-EFA3-4DDA-9DDA-3F54DD4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der Reiseführer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CBDA4-B1BD-4BD3-93FD-D3D1FFBA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Er zeigt einer Reisegruppe eine Stadt.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CD49D-D2CF-411F-92F4-ECC3E903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9428612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5DEE-1BC6-4682-BDF0-9A0C729F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9 / 10 · der Reiseführer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90F7F-C4D6-4A7D-99C8-7A188FF1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STIMMT!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0FD32-E0AA-42E6-8AAD-81805017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Ein Reiseführer erklärt viel über die Stadt.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20F17-3A08-4557-A23A-F9CF649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16586515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99F9E-D1CF-4C73-8C15-898F5E84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D7F2F-AE35-42EF-85E6-21C937B1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erlauben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7A892-A94A-4B75-AE71-C43378EB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Mein Vater sagt: „Nein! Du darfst nicht!“ Er erlaubt 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50FC8-F0AB-48BC-A4B2-C26F2A2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STIMMT  oder  QUATSCH?</a:t>
            </a:r>
          </a:p>
        </p:txBody>
      </p:sp>
    </p:spTree>
    <p:extLst>
      <p:ext uri="{BB962C8B-B14F-4D97-AF65-F5344CB8AC3E}">
        <p14:creationId xmlns:p14="http://schemas.microsoft.com/office/powerpoint/2010/main" val="20896530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7440D-B314-4778-9CB7-8195AB22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10 / 10 · erlauben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D8171-E782-48EB-872F-36C944C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B94C3D"/>
                </a:solidFill>
                <a:latin typeface="DejaVu Sans"/>
                <a:ea typeface="DejaVu Sans"/>
                <a:cs typeface="DejaVu Sans"/>
              </a:rPr>
              <a:t>QUATSCH!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2992A-7F5D-4BFF-B3B4-21EEBD14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Er erlaubt es nicht.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A26D5-BDE7-4B5E-871B-FEF1A00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7878"/>
                </a:solidFill>
                <a:latin typeface="DejaVu Sans"/>
                <a:ea typeface="DejaVu Sans"/>
                <a:cs typeface="DejaVu Sans"/>
              </a:rPr>
              <a:t>Punkt für euch?</a:t>
            </a:r>
          </a:p>
        </p:txBody>
      </p:sp>
    </p:spTree>
    <p:extLst>
      <p:ext uri="{BB962C8B-B14F-4D97-AF65-F5344CB8AC3E}">
        <p14:creationId xmlns:p14="http://schemas.microsoft.com/office/powerpoint/2010/main" val="7302874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294F7-35D0-4CA7-ABBD-BB82773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Wer hat gewonnen?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3DFF2-7868-4374-B32C-41B10AE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Kurs: ______     Lehrkraft: ______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B0FAD-8071-4C44-B48A-24E75D51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Noch eine Runde? Jetzt macht ihr die Aussagen!</a:t>
            </a:r>
          </a:p>
        </p:txBody>
      </p:sp>
    </p:spTree>
    <p:extLst>
      <p:ext uri="{BB962C8B-B14F-4D97-AF65-F5344CB8AC3E}">
        <p14:creationId xmlns:p14="http://schemas.microsoft.com/office/powerpoint/2010/main" val="819516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2026-10-15T10:17:16.9770000Z</dcterms:created>
  <dcterms:modified xsi:type="dcterms:W3CDTF">2026-10-15T10:17:16.9770000Z</dcterms:modified>
</coreProperties>
</file>